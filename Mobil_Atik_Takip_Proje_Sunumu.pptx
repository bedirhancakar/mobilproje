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Tamamlanan (Puan)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Arayüz</c:v>
                </c:pt>
                <c:pt idx="1">
                  <c:v>UI Elemanları</c:v>
                </c:pt>
                <c:pt idx="2">
                  <c:v>İleri Özellikler</c:v>
                </c:pt>
                <c:pt idx="3">
                  <c:v>API Servisi</c:v>
                </c:pt>
                <c:pt idx="4">
                  <c:v>Seçmeli Maddeler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Eksik (Puan)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Arayüz</c:v>
                </c:pt>
                <c:pt idx="1">
                  <c:v>UI Elemanları</c:v>
                </c:pt>
                <c:pt idx="2">
                  <c:v>İleri Özellikler</c:v>
                </c:pt>
                <c:pt idx="3">
                  <c:v>API Servisi</c:v>
                </c:pt>
                <c:pt idx="4">
                  <c:v>Seçmeli Maddeler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Mobil Atık Takip Uygulaması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BIL-402 - Mobil Programlama Proje Sunumu</a:t>
            </a:r>
          </a:p>
          <a:p/>
          <a:p>
            <a:r>
              <a:t>Öğrenci: Bedirhan Çakar</a:t>
            </a:r>
          </a:p>
          <a:p>
            <a:r>
              <a:t>Danışman: Dr. Öğr. Üyesi (Danışman Adı)</a:t>
            </a:r>
          </a:p>
          <a:p>
            <a:r>
              <a:t>Fakülte: Mühendislik Fakültesi</a:t>
            </a:r>
          </a:p>
          <a:p>
            <a:r>
              <a:t>Bölüm: Bilgisayar Mühendisliği Bölümü</a:t>
            </a:r>
          </a:p>
          <a:p>
            <a:r>
              <a:t>Yıl: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 Organizasyonu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Uygulama temel olarak şu ana bölümlerden oluşmaktadır:</a:t>
            </a:r>
          </a:p>
          <a:p>
            <a:pPr lvl="1"/>
            <a:r>
              <a:t>1. Ön Yüz Tasarımı ve Ekran Akışları (Jetpack Compose, 8 Ekran)</a:t>
            </a:r>
          </a:p>
          <a:p>
            <a:pPr lvl="1"/>
            <a:r>
              <a:t>2. Derste İşlenen Temel UI ve Layout Elemanları (Scaffold, Column, LazyColumn...)</a:t>
            </a:r>
          </a:p>
          <a:p>
            <a:pPr lvl="1"/>
            <a:r>
              <a:t>3. İleri Seviye Özelliklerin Kullanımı (Google Maps ve Android Bildirimleri)</a:t>
            </a:r>
          </a:p>
          <a:p>
            <a:pPr lvl="1"/>
            <a:r>
              <a:t>4. Donanım ve Harici Kütüphane Entegrasyonları (Konum İzinleri ve Gradle 3rd Party)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 İsterleri Analiz Grafiği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Uygulama Mimarisi ve Arayüz Akışı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Arayüz mimarisi Jetpack Compose MVI/MVVM desenlerine göre tasarlanmıştır:</a:t>
            </a:r>
          </a:p>
          <a:p>
            <a:pPr lvl="1"/>
            <a:r>
              <a:t>• Retrofit &amp; GSON: Servis katmanı (ApiService, RetrofitClient) tam uyumlu şekilde kuruldu.</a:t>
            </a:r>
          </a:p>
          <a:p>
            <a:pPr lvl="1"/>
            <a:r>
              <a:t>• ViewModel Bağlantısı: HomeViewModel ve NotificationViewModel üzerinden asenkron (Coroutine ve StateFlow) veri yönetimi yapıldı. fetchKutular fonksiyonu ile servisten gelen verilerin (şu an demo, altyapı hazır) UI'da anlık güncellenmesi sağlandı.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i="1" sz="1400"/>
            </a:pPr>
            <a:r>
              <a:t>Figür 1. Uygulama Ekranları ve Navigasyon Akış Şeması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 İsterleri Detay Tablosu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609600"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İster Açıklaması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Puan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Durum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İlgili Kod / Dosya Yolu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En az 5 farklı ön yüz tasarımı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 Puan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Başarılı (8 Ekran)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ui/screens/*, NavGraph.kt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En az 5 UI ve Layout elemanı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 Puan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Başarılı (Scaffold, LazyColumn...)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ui/screens/*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Bildirim, harita gibi ileri özellikler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 Puan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Başarılı (Google Map, Notification)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util/NotificationHelper.kt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Servisten veri alıp gösterme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 Puan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Başarılı (Altyapı/Demo Veri Uyumlu)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RetrofitClient, ApiService, ViewModels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Seçmeli 5 maddeden 2'si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 Puan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Başarılı (3rd Party Gradle + GPS Konum)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build.gradle.kts, DashboardScreen.kt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486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i="1" sz="1200"/>
            </a:pPr>
            <a:r>
              <a:t>Tablo 1. Proje gereksinimlerinin detaylı karşılanma tablosu ve dosya yolları.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Kaynakça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 geliştirilirken kullanılan kaynaklar:</a:t>
            </a:r>
          </a:p>
          <a:p>
            <a:pPr lvl="1"/>
            <a:r>
              <a:t>[1] Proje Versiyon Kontrol Sistemi (GitHub): https://github.com/</a:t>
            </a:r>
          </a:p>
          <a:p>
            <a:pPr lvl="1"/>
            <a:r>
              <a:t>[2] Retrofit HTTP Client Dokümantasyonu: https://square.github.io/retrofit/</a:t>
            </a:r>
          </a:p>
          <a:p>
            <a:pPr lvl="1"/>
            <a:r>
              <a:t>[3] Google Maps Compose SDK: https://github.com/googlemaps/android-maps-compose</a:t>
            </a:r>
          </a:p>
          <a:p>
            <a:pPr lvl="1"/>
            <a:r>
              <a:t>[4] Android Developers - Jetpack Compose Guide: https://developer.android.com/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